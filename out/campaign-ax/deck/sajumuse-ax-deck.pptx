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REAM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277295" cy="0"/>
          </a:xfrm>
          <a:prstGeom prst="line">
            <a:avLst/>
          </a:prstGeom>
          <a:noFill/>
          <a:ln w="6350">
            <a:solidFill>
              <a:srgbClr val="C9C0A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9C0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sajumuse.com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 Object]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DIAGNOSIS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horoscope app</a:t>
            </a:r>
            <a:endParaRPr lang="en-US" sz="7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guessing.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SajuMuse campaign brief on GenZ astrology-app UX, the structural gap we found, and the Four Pillars thesis that closes 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Internal + Partner Share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GenZ astrology is saturated with AI output,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starved for interpretive structure.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can generate a sentence.
</a:t>
            </a:r>
            <a:pPr indent="0" marL="0">
              <a:buNone/>
            </a:pPr>
            <a:r>
              <a:rPr lang="en-US" sz="16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none can explain </a:t>
            </a:r>
            <a:pPr indent="0" marL="0">
              <a:buNone/>
            </a:pPr>
            <a:r>
              <a:rPr lang="en-US" sz="1600" b="1" i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buNone/>
            </a:pPr>
            <a:r>
              <a:rPr lang="en-US" sz="16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sentence applies to you.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 is built on the one astrology tradition that treats 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pPr indent="0" marL="0">
              <a:buNone/>
            </a:pPr>
            <a:r>
              <a:rPr lang="en-US" sz="16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first-class output: Four Pillars (Saju).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COMPETITOR AX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six biggest apps actually deliver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 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GenZ Friction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Co-Star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Iconic UI, sharp copy voice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Recycled AI one-liners, no reasoning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compatibility visuals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locked behind paywall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Nebula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human readers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$3–$9 per minute, aggressive checkout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Sanctuary / Chani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warmth, voice-led 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daily horoscope, weak personalization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Manse (KR)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Saju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1990s UI, Korean-only, no GenZ hook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 DIY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Free, instant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Hallucinates, no lineage, no trust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FIVE GAPS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GenZ is quietly dissatisfied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‘why’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sentences without interpretive backbone.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12-sign oversimplification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0" y="2148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astrology stretched over 8B people.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mismatch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Per-minute meters or $15/mo subscriptions that outlast the curiosity.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3154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Shallow personalization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66560" y="3566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 time collected, rarely honored.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Invisible authorship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983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curator, no face, no accountability.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OUR ANSWER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Pillars, GenZ native.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 years of structure. Designed for a 2026 feed.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51760" cy="3017520"/>
          </a:xfrm>
          <a:prstGeom prst="rect">
            <a:avLst/>
          </a:prstGeom>
          <a:solidFill>
            <a:srgbClr val="FAF7EF"/>
          </a:solidFill>
          <a:ln w="6350">
            <a:solidFill>
              <a:srgbClr val="C9C0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年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you were born into.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2926080"/>
            <a:ext cx="2651760" cy="3017520"/>
          </a:xfrm>
          <a:prstGeom prst="rect">
            <a:avLst/>
          </a:prstGeom>
          <a:solidFill>
            <a:srgbClr val="FAF7EF"/>
          </a:solidFill>
          <a:ln w="6350">
            <a:solidFill>
              <a:srgbClr val="C9C0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0632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月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33756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4709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 of your chart.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926080"/>
            <a:ext cx="2651760" cy="3017520"/>
          </a:xfrm>
          <a:prstGeom prst="rect">
            <a:avLst/>
          </a:prstGeom>
          <a:solidFill>
            <a:srgbClr val="FAF7EF"/>
          </a:solidFill>
          <a:ln w="6350">
            <a:solidFill>
              <a:srgbClr val="C9C0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0632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621792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4709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Master — who you are.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2926080"/>
            <a:ext cx="2651760" cy="3017520"/>
          </a:xfrm>
          <a:prstGeom prst="rect">
            <a:avLst/>
          </a:prstGeom>
          <a:solidFill>
            <a:srgbClr val="FAF7EF"/>
          </a:solidFill>
          <a:ln w="6350">
            <a:solidFill>
              <a:srgbClr val="C9C0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30632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時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9098280" y="4343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81160" y="4709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engine of your chart.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free door. A paid room.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solidFill>
            <a:srgbClr val="FAF7EF"/>
          </a:solidFill>
          <a:ln w="6350">
            <a:solidFill>
              <a:srgbClr val="C9C0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MINI READING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Thirty seconds.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honest paragraph.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Master · dominant element · one structural insight. No email wall. AI-drafted, human-vetted.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2286000"/>
            <a:ext cx="5486400" cy="3657600"/>
          </a:xfrm>
          <a:prstGeom prst="rect">
            <a:avLst/>
          </a:prstGeom>
          <a:solidFill>
            <a:srgbClr val="1A1A1F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FULL REPORT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19672" y="29260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$29, once. Human-signed.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19672" y="43891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C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pages. Four Pillars deep read. Ten Gods, Luck Pillars, and an annotated reading a human curator signs. Delivered in 24 hours. No subscription.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CAMPAIGN MESSAGES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lines we're shipping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horoscope app is guessing. We're reading your Four Pillars.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wrote your last reading. A human wrote this one.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3832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signs can't describe 8 billion people. Four Pillars can.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41605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1,200 years of Saju. Designed for your 2026 feed.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9377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4937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birth moment. Four pillars. $29 once — not $9.99 a month forever.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ROLLOUT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channels, one week.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Newsletter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80560" y="18745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‘Your horoscope app is guessing.’ 900-word drop to list.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IG Carousel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0560" y="26517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5-slide diagnosis → CTA. Paid boost $200.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 Short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342900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45s thumbnail hook → voiceover over Four Pillars reveal.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+ SEO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0560" y="420624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‘AX audit’ essay, indexed via Google API.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9377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4937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Share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498348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to 3 creator partners for co-post.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i="1" dirty="0">
                <a:solidFill>
                  <a:srgbClr val="1A1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destiny is written in the stars.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just happen to read the Korean edition.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sajumuse.com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SajuMuse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SajuMuse — AX Diagnosis</dc:title>
  <dc:subject>PptxGenJS Presentation</dc:subject>
  <dc:creator>PptxGenJS</dc:creator>
  <cp:lastModifiedBy>PptxGenJS</cp:lastModifiedBy>
  <cp:revision>1</cp:revision>
  <dcterms:created xsi:type="dcterms:W3CDTF">2026-04-14T05:27:35Z</dcterms:created>
  <dcterms:modified xsi:type="dcterms:W3CDTF">2026-04-14T05:27:35Z</dcterms:modified>
</cp:coreProperties>
</file>