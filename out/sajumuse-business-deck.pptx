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SAJUMUSE   ·   BUSINESS DECK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SPRING  EDITION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sajumuse.com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2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2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1371600"/>
            <a:ext cx="0" cy="457200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spc="4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spc="4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2 0 2 4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spc="4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spc="4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 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spc="4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spc="4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spc="4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L O B A 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17373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spc="8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SAJU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2926080" y="30175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i="1" spc="4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MUSE.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2926080" y="4846320"/>
            <a:ext cx="2011680" cy="0"/>
          </a:xfrm>
          <a:prstGeom prst="line">
            <a:avLst/>
          </a:prstGeom>
          <a:noFill/>
          <a:ln w="12700">
            <a:solidFill>
              <a:srgbClr val="B89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Korean Saju Reading — The Four Pillars of Destiny.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608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 업 소 개 서    ·    B U S I N E S S   D E C 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2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0" dirty="0">
                <a:solidFill>
                  <a:srgbClr val="EDE7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43891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0" y="17830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letter to our reader.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389120" y="2926080"/>
            <a:ext cx="914400" cy="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0" y="32004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한국의 천 년 지혜, 사주(四柱)를 글로벌 GenZ의 언어로 다시 씁니다. SajuMuse는 AI의 즉시성과 명리학자의 해석을 결합해, 영어권 사용자가 자신의 운명 구조를 직관적으로 이해할 수 있도록 돕습니다.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문서는 우리가 누구이며, 왜 지금 이 일을 시작해야 하는지에 대한 이야기입니다. 찬찬히 읽어주십시오.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5669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2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SajuMuse  Team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2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5943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"사주는 운명을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결정짓지 않는다—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길을 비춘다."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5577840"/>
            <a:ext cx="548640" cy="0"/>
          </a:xfrm>
          <a:prstGeom prst="line">
            <a:avLst/>
          </a:prstGeom>
          <a:noFill/>
          <a:ln w="12700">
            <a:solidFill>
              <a:srgbClr val="B89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SajuMuse manifesto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1280160"/>
            <a:ext cx="0" cy="484632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1280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169164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SajuMuse는 한국 전통 명리학(四柱)을 기반으로, 영어권 GenZ에게 개인 맞춤 운명 분석 리포트를 제공하는 디지털 운세 브랜드입니다.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3383280"/>
            <a:ext cx="457200" cy="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3520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OPERATE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393192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미니 리딩으로 진입한 사용자가 $29 프리미엄 리포트로 자연스럽게 연결되는 Freemium 구조. 다크·미스틱 톤의 사이트와 SEO 블로그 자동화로 글로벌 유기적 트래픽을 축적합니다.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2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·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10698480" cy="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95678" y="4041648"/>
            <a:ext cx="146304" cy="146304"/>
          </a:xfrm>
          <a:prstGeom prst="ellipse">
            <a:avLst/>
          </a:prstGeom>
          <a:solidFill>
            <a:srgbClr val="1F1B16"/>
          </a:solidFill>
          <a:ln/>
        </p:spPr>
      </p:sp>
      <p:sp>
        <p:nvSpPr>
          <p:cNvPr id="6" name="Text 4"/>
          <p:cNvSpPr/>
          <p:nvPr/>
        </p:nvSpPr>
        <p:spPr>
          <a:xfrm>
            <a:off x="971550" y="2926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spc="3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71550" y="4297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0110" y="4663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서울에서 기획 시작.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데이터셋 수집.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70298" y="4041648"/>
            <a:ext cx="146304" cy="146304"/>
          </a:xfrm>
          <a:prstGeom prst="ellipse">
            <a:avLst/>
          </a:prstGeom>
          <a:solidFill>
            <a:srgbClr val="1F1B16"/>
          </a:solidFill>
          <a:ln/>
        </p:spPr>
      </p:sp>
      <p:sp>
        <p:nvSpPr>
          <p:cNvPr id="10" name="Text 8"/>
          <p:cNvSpPr/>
          <p:nvPr/>
        </p:nvSpPr>
        <p:spPr>
          <a:xfrm>
            <a:off x="3646170" y="2926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spc="3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46170" y="4297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54730" y="4663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미니 리딩 런칭.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1,000 유저 달성.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44918" y="4041648"/>
            <a:ext cx="146304" cy="146304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20790" y="2926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spc="3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320790" y="4297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29350" y="4663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프리미엄 리포트 출시.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블로그 자동화 가동.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19538" y="4041648"/>
            <a:ext cx="146304" cy="146304"/>
          </a:xfrm>
          <a:prstGeom prst="ellipse">
            <a:avLst/>
          </a:prstGeom>
          <a:solidFill>
            <a:srgbClr val="1F1B16"/>
          </a:solidFill>
          <a:ln/>
        </p:spPr>
      </p:sp>
      <p:sp>
        <p:nvSpPr>
          <p:cNvPr id="18" name="Text 16"/>
          <p:cNvSpPr/>
          <p:nvPr/>
        </p:nvSpPr>
        <p:spPr>
          <a:xfrm>
            <a:off x="8995410" y="2926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spc="3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995410" y="4297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03970" y="4663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북미·유럽 본격 확장.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팀·상품 라인업 확대.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2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·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Vision, Mission,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Our Values.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794760"/>
            <a:ext cx="457200" cy="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886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 세계 젊은 세대가 한국 명리 지혜를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쉽고 감각적으로 경험하게 한다.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212080"/>
            <a:ext cx="457200" cy="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303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5623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AI의 즉시성과 휴먼 큐레이션을 결합해,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접근 가능한 정통 리딩을 제공한다.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1188720"/>
            <a:ext cx="0" cy="502920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863840" y="1325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6384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오행·천간·지지·절기의 언어에 타협하지 않는다.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86384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863840" y="3108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명리를 공부한 적 없는 사람도 단번에 이해하게.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3749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86384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Wonder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863840" y="4343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신비로움은 장식이 아니라 태도다.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4983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86384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63840" y="5577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프리미엄 리포트는 사람이 검수한다.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2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·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Story.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548640" cy="0"/>
          </a:xfrm>
          <a:prstGeom prst="line">
            <a:avLst/>
          </a:prstGeom>
          <a:noFill/>
          <a:ln w="12700">
            <a:solidFill>
              <a:srgbClr val="B89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2011680" y="292608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서양 점성술과 MBTI의 세계적 유행을 지켜보며, 우리는 한 가지 질문을 품었습니다 — 왜 한국의 사주는 글로벌 무대에 나서지 못했을까?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답은 간단했습니다. 너무 복잡했고, 너무 낡았고, 너무 한국어였습니다.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66560" y="2971800"/>
            <a:ext cx="0" cy="310896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29260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SajuMuse는 그 세 가지를 바꿉니다.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천간·지지·오행을 GenZ의 시각적 문법으로 번역하고, AI로 진입 장벽을 낮추며, 모든 프리미엄 리딩은 명리학자가 직접 검수해 발송합니다. 정통성과 접근성 — 한쪽을 포기하지 않는 것이 우리의 고집입니다.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2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·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Founder.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548640" cy="0"/>
          </a:xfrm>
          <a:prstGeom prst="line">
            <a:avLst/>
          </a:prstGeom>
          <a:noFill/>
          <a:ln w="12700">
            <a:solidFill>
              <a:srgbClr val="B89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1089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spc="4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SEJIN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5303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  ·   CURATOR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0" y="3108960"/>
            <a:ext cx="0" cy="301752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310896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15년차 콘텐츠 기획자. K-culture와 동양 철학의 교차점에서 글로벌 제품을 만들어 왔습니다. 서울대 동양철학 수학, 5년간 명리학을 직접 공부했고, "정통성과 접근성은 양립할 수 있다"는 확신 위에 SajuMuse를 시작했습니다.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5212080"/>
            <a:ext cx="457200" cy="0"/>
          </a:xfrm>
          <a:prstGeom prst="line">
            <a:avLst/>
          </a:prstGeom>
          <a:noFill/>
          <a:ln w="12700">
            <a:solidFill>
              <a:srgbClr val="B89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53492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"사주는 점이 아니다 —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구조를 읽는 언어다."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2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·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Behind the Readings.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0972800" cy="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448" y="4114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448" y="45262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Hyun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9448" y="5532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SAJU CONSULTANT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448" y="5852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30년차 명리학자. 모든 프리미엄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최종 검수.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58488" y="4114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58488" y="45262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358488" y="5532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/  PRODUCT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58488" y="5852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Claude·GPT 기반 해석 엔진 설계.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토스 프론트엔드 리드.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07528" y="4114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07528" y="45262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Mina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107528" y="5532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 /  EDITORIAL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07528" y="5852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Vogue Korea 출신 에디터.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 카피·비주얼 톤 총괄.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2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·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Services.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548640" cy="0"/>
          </a:xfrm>
          <a:prstGeom prst="line">
            <a:avLst/>
          </a:prstGeom>
          <a:noFill/>
          <a:ln w="12700">
            <a:solidFill>
              <a:srgbClr val="B89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200400"/>
            <a:ext cx="10972800" cy="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290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3520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Mini Reading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즉시 생성 — 퍼널 진입 훅.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0" y="3429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731520" y="4434840"/>
            <a:ext cx="10972800" cy="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805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4572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Love Reading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4983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연애·관계 특화 심층 리포트.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4480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731520" y="5486400"/>
            <a:ext cx="10972800" cy="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5321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5623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Full Report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6035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명리학자 수동 큐레이션. 48시간 내 이메일.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55321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731520" y="6537960"/>
            <a:ext cx="10972800" cy="0"/>
          </a:xfrm>
          <a:prstGeom prst="line">
            <a:avLst/>
          </a:prstGeom>
          <a:noFill/>
          <a:ln w="6350">
            <a:solidFill>
              <a:srgbClr val="C9C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7A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가격은 USD · 토스페이먼츠 글로벌 카드 결제.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2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 N .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669280" y="3931920"/>
            <a:ext cx="914400" cy="0"/>
          </a:xfrm>
          <a:prstGeom prst="line">
            <a:avLst/>
          </a:prstGeom>
          <a:noFill/>
          <a:ln w="12700">
            <a:solidFill>
              <a:srgbClr val="B89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60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72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destiny is written in the stars.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sajumuse.com     ·     hello@sajumuse.com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2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SajuMuse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SajuMuse 사업소개서</dc:title>
  <dc:subject>PptxGenJS Presentation</dc:subject>
  <dc:creator>PptxGenJS</dc:creator>
  <cp:lastModifiedBy>PptxGenJS</cp:lastModifiedBy>
  <cp:revision>1</cp:revision>
  <dcterms:created xsi:type="dcterms:W3CDTF">2026-04-13T14:29:09Z</dcterms:created>
  <dcterms:modified xsi:type="dcterms:W3CDTF">2026-04-13T14:29:09Z</dcterms:modified>
</cp:coreProperties>
</file>